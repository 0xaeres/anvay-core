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9ec515af6e49b8" /><Relationship Type="http://schemas.openxmlformats.org/officeDocument/2006/relationships/extended-properties" Target="/docProps/app.xml" Id="R19bf118ba7d348d6" /><Relationship Type="http://schemas.openxmlformats.org/officeDocument/2006/relationships/officeDocument" Target="/ppt/presentation.xml" Id="Rcd5325d2bd44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af6a2b3aef4f48"/>
  </p:sldMasterIdLst>
  <p:notesMasterIdLst>
    <p:notesMasterId xmlns:r="http://schemas.openxmlformats.org/officeDocument/2006/relationships" r:id="R95312a27a35a43bd"/>
  </p:notesMasterIdLst>
  <p:sldIdLst>
    <p:sldId xmlns:r="http://schemas.openxmlformats.org/officeDocument/2006/relationships" id="256" r:id="R93b683354dd14e81"/>
    <p:sldId xmlns:r="http://schemas.openxmlformats.org/officeDocument/2006/relationships" id="257" r:id="R27d912e0403449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3a576d86fb4653" /><Relationship Type="http://schemas.openxmlformats.org/officeDocument/2006/relationships/slideMaster" Target="/ppt/slideMasters/slideMaster1.xml" Id="R0baf6a2b3aef4f48" /><Relationship Type="http://schemas.openxmlformats.org/officeDocument/2006/relationships/notesMaster" Target="/ppt/notesMasters/notesMaster1.xml" Id="R95312a27a35a43bd" /><Relationship Type="http://schemas.openxmlformats.org/officeDocument/2006/relationships/presProps" Target="/ppt/presProps.xml" Id="Rfb9de3a9b9914e6d" /><Relationship Type="http://schemas.openxmlformats.org/officeDocument/2006/relationships/tableStyles" Target="/ppt/tableStyles.xml" Id="Racdc044d3fed445d" /><Relationship Type="http://schemas.openxmlformats.org/officeDocument/2006/relationships/slide" Target="/ppt/slides/slide1.xml" Id="R93b683354dd14e81" /><Relationship Type="http://schemas.openxmlformats.org/officeDocument/2006/relationships/slide" Target="/ppt/slides/slide2.xml" Id="R27d912e0403449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1a8d67a5fb42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21c7cec89c431d" /><Relationship Type="http://schemas.openxmlformats.org/officeDocument/2006/relationships/notesMaster" Target="/ppt/notesMasters/notesMaster1.xml" Id="Rbc929ef57b5a48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08a68610e64355" /><Relationship Type="http://schemas.openxmlformats.org/officeDocument/2006/relationships/notesMaster" Target="/ppt/notesMasters/notesMaster1.xml" Id="Rf115921f21d448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c1eb030924e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8e75aa81ef43d1" /><Relationship Type="http://schemas.openxmlformats.org/officeDocument/2006/relationships/slideLayout" Target="/ppt/slideLayouts/slideLayout1.xml" Id="R0c35d06eb8cf4d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35d06eb8cf4d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b5e9e48004539" /><Relationship Type="http://schemas.openxmlformats.org/officeDocument/2006/relationships/notesSlide" Target="/ppt/notesSlides/notesSlide1.xml" Id="R504c7c61dfc54f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d79df85df4f5f" /><Relationship Type="http://schemas.openxmlformats.org/officeDocument/2006/relationships/notesSlide" Target="/ppt/notesSlides/notesSlide2.xml" Id="Refa0be00a54743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mark">
            <a:extLst xmlns:a="http://schemas.openxmlformats.org/drawingml/2006/main">
              <a:ext uri="{FF2B5EF4-FFF2-40B4-BE49-F238E27FC236}">
                <a16:creationId xmlns:a16="http://schemas.microsoft.com/office/drawing/2014/main" id="{EB3E75D8-F600-462D-A5B7-C3F12EB7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" cy="323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AEB8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brand-word">
            <a:extLst xmlns:a="http://schemas.openxmlformats.org/drawingml/2006/main">
              <a:ext uri="{FF2B5EF4-FFF2-40B4-BE49-F238E27FC236}">
                <a16:creationId xmlns:a16="http://schemas.microsoft.com/office/drawing/2014/main" id="{F9302089-3722-4560-9572-79887B4F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NEXUS</a:t>
            </a:r>
          </a:p>
        </p:txBody>
      </p:sp>
      <p:sp>
        <p:nvSpPr>
          <p:cNvPr id="3" name="demo-pill-bg">
            <a:extLst xmlns:a="http://schemas.openxmlformats.org/drawingml/2006/main">
              <a:ext uri="{FF2B5EF4-FFF2-40B4-BE49-F238E27FC236}">
                <a16:creationId xmlns:a16="http://schemas.microsoft.com/office/drawing/2014/main" id="{6B267CFE-F12D-43E9-9D27-9BEB8EB6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657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mo-pill">
            <a:extLst xmlns:a="http://schemas.openxmlformats.org/drawingml/2006/main">
              <a:ext uri="{FF2B5EF4-FFF2-40B4-BE49-F238E27FC236}">
                <a16:creationId xmlns:a16="http://schemas.microsoft.com/office/drawing/2014/main" id="{99F19456-139D-4F1C-9928-8BADAA22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01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 DEMO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4AF55F3-33CE-4C0D-922F-2C93BC0A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Company knowledge, approved for AI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9A85D2D-2604-44EB-8B8D-8837B12E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2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2FF"/>
                </a:solidFill>
                <a:latin typeface="Aptos"/>
                <a:ea typeface="Aptos"/>
                <a:cs typeface="Aptos"/>
              </a:rPr>
              <a:t>Nexus gives teams a trusted way to turn scattered product knowledge into guidance that AI tools can safely reuse.</a:t>
            </a:r>
          </a:p>
        </p:txBody>
      </p:sp>
      <p:sp>
        <p:nvSpPr>
          <p:cNvPr id="7" name="cover-demo-card">
            <a:extLst xmlns:a="http://schemas.openxmlformats.org/drawingml/2006/main">
              <a:ext uri="{FF2B5EF4-FFF2-40B4-BE49-F238E27FC236}">
                <a16:creationId xmlns:a16="http://schemas.microsoft.com/office/drawing/2014/main" id="{92ABABF5-0AC4-4E1D-90F3-F7D2B123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00150"/>
            <a:ext cx="3238500" cy="4152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E1F2B"/>
          </a:solidFill>
          <a:ln xmlns:a="http://schemas.openxmlformats.org/drawingml/2006/main" w="9525">
            <a:solidFill>
              <a:srgbClr val="35384A"/>
            </a:solidFill>
            <a:prstDash val="solid"/>
          </a:ln>
        </p:spPr>
      </p:sp>
      <p:sp>
        <p:nvSpPr>
          <p:cNvPr id="8" name="demo-card-title">
            <a:extLst xmlns:a="http://schemas.openxmlformats.org/drawingml/2006/main">
              <a:ext uri="{FF2B5EF4-FFF2-40B4-BE49-F238E27FC236}">
                <a16:creationId xmlns:a16="http://schemas.microsoft.com/office/drawing/2014/main" id="{18957D0E-C2C4-45EF-A71D-72457336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81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9" name="cover-step-dot-1">
            <a:extLst xmlns:a="http://schemas.openxmlformats.org/drawingml/2006/main">
              <a:ext uri="{FF2B5EF4-FFF2-40B4-BE49-F238E27FC236}">
                <a16:creationId xmlns:a16="http://schemas.microsoft.com/office/drawing/2014/main" id="{236141AA-6F0E-469B-A02D-9677D6FA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09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step-num-1">
            <a:extLst xmlns:a="http://schemas.openxmlformats.org/drawingml/2006/main">
              <a:ext uri="{FF2B5EF4-FFF2-40B4-BE49-F238E27FC236}">
                <a16:creationId xmlns:a16="http://schemas.microsoft.com/office/drawing/2014/main" id="{1DDCCF0B-2BFA-4CDD-A982-6C33A28E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574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over-step-text-1">
            <a:extLst xmlns:a="http://schemas.openxmlformats.org/drawingml/2006/main">
              <a:ext uri="{FF2B5EF4-FFF2-40B4-BE49-F238E27FC236}">
                <a16:creationId xmlns:a16="http://schemas.microsoft.com/office/drawing/2014/main" id="{66E7D2CE-EA14-45AA-B65C-E2B03E73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answers become consistent</a:t>
            </a:r>
          </a:p>
        </p:txBody>
      </p:sp>
      <p:sp>
        <p:nvSpPr>
          <p:cNvPr id="12" name="cover-step-dot-2">
            <a:extLst xmlns:a="http://schemas.openxmlformats.org/drawingml/2006/main">
              <a:ext uri="{FF2B5EF4-FFF2-40B4-BE49-F238E27FC236}">
                <a16:creationId xmlns:a16="http://schemas.microsoft.com/office/drawing/2014/main" id="{06C4CAB3-06F6-4107-B4CA-237BA387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step-num-2">
            <a:extLst xmlns:a="http://schemas.openxmlformats.org/drawingml/2006/main">
              <a:ext uri="{FF2B5EF4-FFF2-40B4-BE49-F238E27FC236}">
                <a16:creationId xmlns:a16="http://schemas.microsoft.com/office/drawing/2014/main" id="{E9FCC290-C9A6-4885-BC3F-A7C486F9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860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cover-step-text-2">
            <a:extLst xmlns:a="http://schemas.openxmlformats.org/drawingml/2006/main">
              <a:ext uri="{FF2B5EF4-FFF2-40B4-BE49-F238E27FC236}">
                <a16:creationId xmlns:a16="http://schemas.microsoft.com/office/drawing/2014/main" id="{4C100AF8-7B36-487A-B492-86EB77AA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Experts repeat themselves less</a:t>
            </a:r>
          </a:p>
        </p:txBody>
      </p:sp>
      <p:sp>
        <p:nvSpPr>
          <p:cNvPr id="15" name="cover-step-dot-3">
            <a:extLst xmlns:a="http://schemas.openxmlformats.org/drawingml/2006/main">
              <a:ext uri="{FF2B5EF4-FFF2-40B4-BE49-F238E27FC236}">
                <a16:creationId xmlns:a16="http://schemas.microsoft.com/office/drawing/2014/main" id="{C444220D-FB62-454E-B800-DDE035FB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67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ver-step-num-3">
            <a:extLst xmlns:a="http://schemas.openxmlformats.org/drawingml/2006/main">
              <a:ext uri="{FF2B5EF4-FFF2-40B4-BE49-F238E27FC236}">
                <a16:creationId xmlns:a16="http://schemas.microsoft.com/office/drawing/2014/main" id="{70EDB1F8-1266-4514-88A1-A535B51A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147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cover-step-text-3">
            <a:extLst xmlns:a="http://schemas.openxmlformats.org/drawingml/2006/main">
              <a:ext uri="{FF2B5EF4-FFF2-40B4-BE49-F238E27FC236}">
                <a16:creationId xmlns:a16="http://schemas.microsoft.com/office/drawing/2014/main" id="{57CD9BE3-3EF3-4071-88CE-E444E4E0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671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Official guidance has an approval gate</a:t>
            </a:r>
          </a:p>
        </p:txBody>
      </p:sp>
      <p:sp>
        <p:nvSpPr>
          <p:cNvPr id="18" name="cover-step-dot-4">
            <a:extLst xmlns:a="http://schemas.openxmlformats.org/drawingml/2006/main">
              <a:ext uri="{FF2B5EF4-FFF2-40B4-BE49-F238E27FC236}">
                <a16:creationId xmlns:a16="http://schemas.microsoft.com/office/drawing/2014/main" id="{4CC3F2E5-D383-462E-A8CE-4FE3BEFA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ver-step-num-4">
            <a:extLst xmlns:a="http://schemas.openxmlformats.org/drawingml/2006/main">
              <a:ext uri="{FF2B5EF4-FFF2-40B4-BE49-F238E27FC236}">
                <a16:creationId xmlns:a16="http://schemas.microsoft.com/office/drawing/2014/main" id="{F5F293EB-C744-498E-9DAC-0FF36FDD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433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cover-step-text-4">
            <a:extLst xmlns:a="http://schemas.openxmlformats.org/drawingml/2006/main">
              <a:ext uri="{FF2B5EF4-FFF2-40B4-BE49-F238E27FC236}">
                <a16:creationId xmlns:a16="http://schemas.microsoft.com/office/drawing/2014/main" id="{DA18D6B2-6BE5-4AD7-A5CB-E3E7BB1A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Teams keep working in their chosen tools</a:t>
            </a:r>
          </a:p>
        </p:txBody>
      </p:sp>
      <p:sp>
        <p:nvSpPr>
          <p:cNvPr id="21" name="cover-note">
            <a:extLst xmlns:a="http://schemas.openxmlformats.org/drawingml/2006/main">
              <a:ext uri="{FF2B5EF4-FFF2-40B4-BE49-F238E27FC236}">
                <a16:creationId xmlns:a16="http://schemas.microsoft.com/office/drawing/2014/main" id="{96470507-7273-495F-8EC6-0187EE06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C6E8"/>
                </a:solidFill>
                <a:latin typeface="Aptos"/>
                <a:ea typeface="Aptos"/>
                <a:cs typeface="Aptos"/>
              </a:rPr>
              <a:t>Built for business confidence, not AI guesswork.</a:t>
            </a:r>
          </a:p>
        </p:txBody>
      </p:sp>
      <p:sp>
        <p:nvSpPr>
          <p:cNvPr id="22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B87C5A7-5FDD-40D3-B492-E7582AF9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3C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3C7"/>
                </a:solidFill>
                <a:latin typeface="Aptos"/>
                <a:ea typeface="Aptos"/>
                <a:cs typeface="Aptos"/>
              </a:rPr>
              <a:t>Nexus business demo  |  1/2</a:t>
            </a:r>
          </a:p>
        </p:txBody>
      </p:sp>
    </p:spTree>
    <p:extLst>
      <p:ext uri="{BB962C8B-B14F-4D97-AF65-F5344CB8AC3E}">
        <p14:creationId xmlns:p14="http://schemas.microsoft.com/office/powerpoint/2010/main" val="1930029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mark">
            <a:extLst xmlns:a="http://schemas.openxmlformats.org/drawingml/2006/main">
              <a:ext uri="{FF2B5EF4-FFF2-40B4-BE49-F238E27FC236}">
                <a16:creationId xmlns:a16="http://schemas.microsoft.com/office/drawing/2014/main" id="{4C27AE05-A8E4-4802-B6FC-46F550B8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" cy="323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9525">
            <a:solidFill>
              <a:srgbClr val="12121A"/>
            </a:solidFill>
            <a:prstDash val="solid"/>
          </a:ln>
        </p:spPr>
      </p:sp>
      <p:sp>
        <p:nvSpPr>
          <p:cNvPr id="2" name="brand-word">
            <a:extLst xmlns:a="http://schemas.openxmlformats.org/drawingml/2006/main">
              <a:ext uri="{FF2B5EF4-FFF2-40B4-BE49-F238E27FC236}">
                <a16:creationId xmlns:a16="http://schemas.microsoft.com/office/drawing/2014/main" id="{80F3E447-87F1-4295-B833-965302A2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21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2121A"/>
                </a:solidFill>
                <a:latin typeface="Aptos Display"/>
                <a:ea typeface="Aptos Display"/>
                <a:cs typeface="Aptos Display"/>
              </a:rPr>
              <a:t>NEXUS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85CBBF-6C21-498B-A355-B4B40E29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21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121A"/>
                </a:solidFill>
                <a:latin typeface="Aptos Display"/>
                <a:ea typeface="Aptos Display"/>
                <a:cs typeface="Aptos Display"/>
              </a:rPr>
              <a:t>The demo story in one view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D797073-85B1-4A1F-BD37-BAD78343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4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472"/>
                </a:solidFill>
                <a:latin typeface="Aptos"/>
                <a:ea typeface="Aptos"/>
                <a:cs typeface="Aptos"/>
              </a:rPr>
              <a:t>From scattered knowledge to approved AI guidance, without changing where teams work.</a:t>
            </a:r>
          </a:p>
        </p:txBody>
      </p:sp>
      <p:sp>
        <p:nvSpPr>
          <p:cNvPr id="5" name="story-step-1">
            <a:extLst xmlns:a="http://schemas.openxmlformats.org/drawingml/2006/main">
              <a:ext uri="{FF2B5EF4-FFF2-40B4-BE49-F238E27FC236}">
                <a16:creationId xmlns:a16="http://schemas.microsoft.com/office/drawing/2014/main" id="{5D7EBFE7-4DC8-41E2-8109-1A4A3B91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705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F2"/>
            </a:solidFill>
            <a:prstDash val="solid"/>
          </a:ln>
        </p:spPr>
      </p:sp>
      <p:sp>
        <p:nvSpPr>
          <p:cNvPr id="6" name="story-icon-1">
            <a:extLst xmlns:a="http://schemas.openxmlformats.org/drawingml/2006/main">
              <a:ext uri="{FF2B5EF4-FFF2-40B4-BE49-F238E27FC236}">
                <a16:creationId xmlns:a16="http://schemas.microsoft.com/office/drawing/2014/main" id="{508DA1D6-2CE0-45FC-B617-C80B0B6C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9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ory-num-1">
            <a:extLst xmlns:a="http://schemas.openxmlformats.org/drawingml/2006/main">
              <a:ext uri="{FF2B5EF4-FFF2-40B4-BE49-F238E27FC236}">
                <a16:creationId xmlns:a16="http://schemas.microsoft.com/office/drawing/2014/main" id="{FE26EF3C-4761-4887-A1BE-6A678E03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861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story-heading-1">
            <a:extLst xmlns:a="http://schemas.openxmlformats.org/drawingml/2006/main">
              <a:ext uri="{FF2B5EF4-FFF2-40B4-BE49-F238E27FC236}">
                <a16:creationId xmlns:a16="http://schemas.microsoft.com/office/drawing/2014/main" id="{4203B8DC-65DC-488F-B646-B3C4DB39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2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121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9" name="story-body-1">
            <a:extLst xmlns:a="http://schemas.openxmlformats.org/drawingml/2006/main">
              <a:ext uri="{FF2B5EF4-FFF2-40B4-BE49-F238E27FC236}">
                <a16:creationId xmlns:a16="http://schemas.microsoft.com/office/drawing/2014/main" id="{F7E035BA-6CDA-4D28-97B4-B0ED9CD1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472"/>
                </a:solidFill>
                <a:latin typeface="Aptos"/>
                <a:ea typeface="Aptos"/>
                <a:cs typeface="Aptos"/>
              </a:rPr>
              <a:t>Bring the product’s knowledge together.</a:t>
            </a:r>
          </a:p>
        </p:txBody>
      </p:sp>
      <p:sp>
        <p:nvSpPr>
          <p:cNvPr id="10" name="story-arrow-1">
            <a:extLst xmlns:a="http://schemas.openxmlformats.org/drawingml/2006/main">
              <a:ext uri="{FF2B5EF4-FFF2-40B4-BE49-F238E27FC236}">
                <a16:creationId xmlns:a16="http://schemas.microsoft.com/office/drawing/2014/main" id="{D47C3F5A-5E8D-41B5-8D93-827D0458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75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C8C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8C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story-step-2">
            <a:extLst xmlns:a="http://schemas.openxmlformats.org/drawingml/2006/main">
              <a:ext uri="{FF2B5EF4-FFF2-40B4-BE49-F238E27FC236}">
                <a16:creationId xmlns:a16="http://schemas.microsoft.com/office/drawing/2014/main" id="{F1BB1D8F-C267-4F48-A4CF-7640D68F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705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9FAF4"/>
          </a:solidFill>
          <a:ln xmlns:a="http://schemas.openxmlformats.org/drawingml/2006/main" w="9525">
            <a:solidFill>
              <a:srgbClr val="B8EBD9"/>
            </a:solidFill>
            <a:prstDash val="solid"/>
          </a:ln>
        </p:spPr>
      </p:sp>
      <p:sp>
        <p:nvSpPr>
          <p:cNvPr id="12" name="story-icon-2">
            <a:extLst xmlns:a="http://schemas.openxmlformats.org/drawingml/2006/main">
              <a:ext uri="{FF2B5EF4-FFF2-40B4-BE49-F238E27FC236}">
                <a16:creationId xmlns:a16="http://schemas.microsoft.com/office/drawing/2014/main" id="{00CC19CA-7A40-4C1D-9406-71992263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ory-num-2">
            <a:extLst xmlns:a="http://schemas.openxmlformats.org/drawingml/2006/main">
              <a:ext uri="{FF2B5EF4-FFF2-40B4-BE49-F238E27FC236}">
                <a16:creationId xmlns:a16="http://schemas.microsoft.com/office/drawing/2014/main" id="{662645C1-B2F8-4F00-86B4-7E7B549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story-heading-2">
            <a:extLst xmlns:a="http://schemas.openxmlformats.org/drawingml/2006/main">
              <a:ext uri="{FF2B5EF4-FFF2-40B4-BE49-F238E27FC236}">
                <a16:creationId xmlns:a16="http://schemas.microsoft.com/office/drawing/2014/main" id="{69A32417-B314-4703-B044-00A0C80E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2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121A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5" name="story-body-2">
            <a:extLst xmlns:a="http://schemas.openxmlformats.org/drawingml/2006/main">
              <a:ext uri="{FF2B5EF4-FFF2-40B4-BE49-F238E27FC236}">
                <a16:creationId xmlns:a16="http://schemas.microsoft.com/office/drawing/2014/main" id="{4E53FE52-D966-44F3-8780-3522CA1C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472"/>
                </a:solidFill>
                <a:latin typeface="Aptos"/>
                <a:ea typeface="Aptos"/>
                <a:cs typeface="Aptos"/>
              </a:rPr>
              <a:t>People decide what becomes official.</a:t>
            </a:r>
          </a:p>
        </p:txBody>
      </p:sp>
      <p:sp>
        <p:nvSpPr>
          <p:cNvPr id="16" name="story-arrow-2">
            <a:extLst xmlns:a="http://schemas.openxmlformats.org/drawingml/2006/main">
              <a:ext uri="{FF2B5EF4-FFF2-40B4-BE49-F238E27FC236}">
                <a16:creationId xmlns:a16="http://schemas.microsoft.com/office/drawing/2014/main" id="{957A49E8-FED1-41DA-8474-83B5DA23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C8C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8C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story-step-3">
            <a:extLst xmlns:a="http://schemas.openxmlformats.org/drawingml/2006/main">
              <a:ext uri="{FF2B5EF4-FFF2-40B4-BE49-F238E27FC236}">
                <a16:creationId xmlns:a16="http://schemas.microsoft.com/office/drawing/2014/main" id="{2C486E9D-7AD7-4F50-A1FC-81B6DF67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2705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F2"/>
            </a:solidFill>
            <a:prstDash val="solid"/>
          </a:ln>
        </p:spPr>
      </p:sp>
      <p:sp>
        <p:nvSpPr>
          <p:cNvPr id="18" name="story-icon-3">
            <a:extLst xmlns:a="http://schemas.openxmlformats.org/drawingml/2006/main">
              <a:ext uri="{FF2B5EF4-FFF2-40B4-BE49-F238E27FC236}">
                <a16:creationId xmlns:a16="http://schemas.microsoft.com/office/drawing/2014/main" id="{3F03D874-932B-4EFD-8861-181D7814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ory-num-3">
            <a:extLst xmlns:a="http://schemas.openxmlformats.org/drawingml/2006/main">
              <a:ext uri="{FF2B5EF4-FFF2-40B4-BE49-F238E27FC236}">
                <a16:creationId xmlns:a16="http://schemas.microsoft.com/office/drawing/2014/main" id="{2D3EF215-C7D2-478E-978F-18D89B61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story-heading-3">
            <a:extLst xmlns:a="http://schemas.openxmlformats.org/drawingml/2006/main">
              <a:ext uri="{FF2B5EF4-FFF2-40B4-BE49-F238E27FC236}">
                <a16:creationId xmlns:a16="http://schemas.microsoft.com/office/drawing/2014/main" id="{2773B6FD-EA52-49E9-9D26-DEC014D8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2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121A"/>
                </a:solidFill>
                <a:latin typeface="Aptos"/>
                <a:ea typeface="Aptos"/>
                <a:cs typeface="Aptos"/>
              </a:rPr>
              <a:t>Reuse</a:t>
            </a:r>
          </a:p>
        </p:txBody>
      </p:sp>
      <p:sp>
        <p:nvSpPr>
          <p:cNvPr id="21" name="story-body-3">
            <a:extLst xmlns:a="http://schemas.openxmlformats.org/drawingml/2006/main">
              <a:ext uri="{FF2B5EF4-FFF2-40B4-BE49-F238E27FC236}">
                <a16:creationId xmlns:a16="http://schemas.microsoft.com/office/drawing/2014/main" id="{67DFEB30-62F1-42F5-83BC-CB5A0910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472"/>
                </a:solidFill>
                <a:latin typeface="Aptos"/>
                <a:ea typeface="Aptos"/>
                <a:cs typeface="Aptos"/>
              </a:rPr>
              <a:t>The same guidance follows teams into AI tools.</a:t>
            </a:r>
          </a:p>
        </p:txBody>
      </p:sp>
      <p:sp>
        <p:nvSpPr>
          <p:cNvPr id="22" name="outcome-band">
            <a:extLst xmlns:a="http://schemas.openxmlformats.org/drawingml/2006/main">
              <a:ext uri="{FF2B5EF4-FFF2-40B4-BE49-F238E27FC236}">
                <a16:creationId xmlns:a16="http://schemas.microsoft.com/office/drawing/2014/main" id="{BB46B144-AC85-407C-A6E5-8616BAE8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57750"/>
            <a:ext cx="8801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utcome-band-text">
            <a:extLst xmlns:a="http://schemas.openxmlformats.org/drawingml/2006/main">
              <a:ext uri="{FF2B5EF4-FFF2-40B4-BE49-F238E27FC236}">
                <a16:creationId xmlns:a16="http://schemas.microsoft.com/office/drawing/2014/main" id="{65030EAB-7749-4924-95CA-E3A7F5D3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67300"/>
            <a:ext cx="773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business people should see: faster onboarding, more consistent AI, and clearer accountability.</a:t>
            </a:r>
          </a:p>
        </p:txBody>
      </p:sp>
      <p:sp>
        <p:nvSpPr>
          <p:cNvPr id="24" name="footer-2">
            <a:extLst xmlns:a="http://schemas.openxmlformats.org/drawingml/2006/main">
              <a:ext uri="{FF2B5EF4-FFF2-40B4-BE49-F238E27FC236}">
                <a16:creationId xmlns:a16="http://schemas.microsoft.com/office/drawing/2014/main" id="{6FDB6207-A9CD-4646-94CC-F2BE133A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2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92A3"/>
                </a:solidFill>
                <a:latin typeface="Aptos"/>
                <a:ea typeface="Aptos"/>
                <a:cs typeface="Aptos"/>
              </a:rPr>
              <a:t>Nexus business demo  |  2/2</a:t>
            </a:r>
          </a:p>
        </p:txBody>
      </p:sp>
    </p:spTree>
    <p:extLst>
      <p:ext uri="{BB962C8B-B14F-4D97-AF65-F5344CB8AC3E}">
        <p14:creationId xmlns:p14="http://schemas.microsoft.com/office/powerpoint/2010/main" val="358570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2026-06-17T17:15:23.6640000Z</dcterms:created>
  <dcterms:modified xsi:type="dcterms:W3CDTF">2026-06-17T17:15:23.6640000Z</dcterms:modified>
</coreProperties>
</file>